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SkillBridge</a:t>
            </a:r>
          </a:p>
          <a:p>
            <a:pPr>
              <a:defRPr sz="2000">
                <a:solidFill>
                  <a:srgbClr val="60A5FA"/>
                </a:solidFill>
              </a:defRPr>
            </a:pPr>
            <a:r>
              <a:t>Unified Industry-Academia Collaborative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Bridging the gap between Students, Academicians, Industry Partners, and Higher Education Institutions through verified skills, collaborative R&amp;D, and real-time career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24688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PROBLEM STATEMENT ID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PS 26044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4297680"/>
            <a:ext cx="24688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THEME / CATEGORY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Smart Education /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297680"/>
            <a:ext cx="24688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ALIGNMENT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NEP 2020 &amp; AICTE Credits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4297680"/>
            <a:ext cx="24688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SOLUTION STATUS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100% Live Production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THE REAL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Why Is There a Disconnect in Higher Education?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Four distinct stakeholders exist in silos, leading to skill mismatches and lost career opportunities.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[PAIN POINT 1]  Students: Unverified Skills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Resumes are full of buzzwords with no standardized proof.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Students in Tier-2/3 colleges miss top corporate openings.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No guidance on exact industry skill expectations.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[PAIN POINT 2]  Faculty: Isolated in Silos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Professors have deep domain expertise but no direct industry links.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Struggling to find sponsored R&amp;D projects and corporate MoUs.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Lack of corporate-backed Faculty Development Programs (FDPs).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[PAIN POINT 3]  Industry: Recruitment Friction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Hiring teams spend weeks filtering through 1,000s of unqualified resumes.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No direct access to pre-assessed candidates by specific tech stacks.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Disconnect from campus R&amp;D projects and internships.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[PAIN POINT 4]  Institutions: Accreditation Stress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Manual tracking of student placements and internship credits.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Difficult compliance reporting for NIRF, NAAC, and AICTE audits.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No centralized dashboard for batch performance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SkillBridge: The 4-Pillar Collaborative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unified, data-driven platform where all four pillars interact seamlessly.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[PILLAR 1]  Student Ecosystem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Live Radar Chart skill gap analysis against industry benchmarks.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Standardized assessments that award verified digital credentials.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Direct application to internships, apprenticeships, and jobs.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[PILLAR 2]  Academician Ecosystem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Propose research &amp; consultancy projects to corporate partners.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Schedule 1-on-1 mentorship sessions with aspiring students.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Participate in corporate Faculty Development Programs (FDPs).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[PILLAR 3]  Industry Partner Ecosystem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Post jobs, internships, and corporate training programs.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Built-in 5-stage Kanban ATS for pipeline candidate evaluation.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Sponsor university research initiatives and discover talent.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[PILLAR 4]  Institution Admin Ecosystem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Automated batch analytics &amp; department CGPA distributions.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Real-time placement rates and campus recruitment drive monitoring.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One-click audit export for AICTE, NIRF, and NAAC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How SkillBridge Outperforms Existing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Traditional job portals focus only on student-recruiter job boards. SkillBridge integrates the entire academia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[ADVANTAGE 1]  Verified Skills vs. Self-Claimed Words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Existing portals let candidates type anything on their profile.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SkillBridge gates skills behind standardized timed MCQ evaluations.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Recruiters see verified mastery levels, not just resume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[ADVANTAGE 2]  Faculty &amp; Research Collaboration Hub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No other job platform provides an Academia-Industry MoU pipeline.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Faculty can propose live corporate R&amp;D initiatives directly.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Corporates find academic leads for sponsored technical problems.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[ADVANTAGE 3]  Institution Analytics &amp; NEP Compliance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Institutions are ignored on LinkedIn/Internshala.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SkillBridge gives colleges full placement analytics &amp; batch dashboards.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Complies with NEP 2020 mandatory internship credit framework.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[ADVANTAGE 4]  Production-Grade Data Integrity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Strict anti-redundancy: duplicate emails and spam listings blocked.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Zero mock data: every number and card backed by live PostgreSQL.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Light/Dark high-contrast UI compliant with strict design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Robust, High-Performance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Built with production-grade engineering principles for speed, security, and scalability.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[CLIENT LAYER]</a:t>
            </a:r>
            <a:br/>
            <a:r>
              <a:t>Frontend: Next.js 16 &amp; React 19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Next.js App Router with Turbopack for sub-second page rendering.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Radix UI primitives &amp; Tailwind CSS design token architecture.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Universal dark/light mode toggle adhering to DESIGN.md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[APPLICATION LAYER]</a:t>
            </a:r>
            <a:br/>
            <a:r>
              <a:t>Backend: Next.js Server Actions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Type-safe server actions with strict Zod input validation.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Auto-resolution of skill names into taxonomy UUIDs.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Automatic fallback for SMTP quotas ensuring zero registration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[DATA LAYER]</a:t>
            </a:r>
            <a:br/>
            <a:r>
              <a:t>Database: Supabase PostgreSQL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14 relational tables with foreign keys and cascade rules.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PostgreSQL Row-Level Security (RLS) enforcing strict tenant isolation.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Pre-seeded with 45 national industry skills taxonomy.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82880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[SECURITY LAYER]</a:t>
            </a:r>
            <a:br/>
            <a:r>
              <a:t>Anti-Redundancy &amp; Security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Triple-layer email duplication shield at profile, auth, and GoTrue levels.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Strict status history tracking across ATS candidate stages.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Zero console errors, zero mock data, 100% test-verified.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PRODUCT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Four Specialized Portals in One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Every stakeholder gets a tailored dashboard tailored strictly to their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[PORTAL 1]  Student Portal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Explore 45+ skill taxonomies &amp; take timed assessments.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View skill radar charts comparing personal scores to benchmarks.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One-click application with cover letters to verified opportunities.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[PORTAL 2]  Recruiter / ATS Portal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Post internships, training programs, and full-time jobs in seconds.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5-Stage Kanban Board: Applied → Shortlisted → Interview → Offer → Hired.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Applicant cards with AI match score and verified credentials.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[PORTAL 3]  Academician Portal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Propose corporate R&amp;D initiatives (e.g. AI customer analytics).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Offer 1-on-1 consultancy &amp; mentorship sessions with calendar slots.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Access corporate Faculty Development Programs (FDPs).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[PORTAL 4]  Institution Portal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Real-time KPI metrics: Total Students, Placement %, Active Drives.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Department-by-department CGPA breakdown and student counts.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Downloadable placement dossiers for accreditation 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Seamless End-to-End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From registration to hiring and institutional reporting in 4 clear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[STEP 1]  1. Onboard &amp; Profile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Select role: Student, Faculty, Industry Partner, or College Admin.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Strict deduplication ensures one person, one verified account.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Auto-provisions security profiles without email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[STEP 2]  2. Skill Evaluation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Students take standardized timed tests on technical competencies.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Passing tests unlocks verified digital badges displayed on portfolio.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Radar chart dynamically plots student strength vs industry norms.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[STEP 3]  3. Match &amp; Apply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Industry partners and faculty post internships &amp; training programs.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Matching algorithms calculate student compatibility %.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Students apply with portfolio links; faculty propose research MoUs.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[STEP 4]  4. Hire &amp; Audit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Recruiters move candidates across the visual Kanban pipeline.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Accepted offers update student records and college placement KPIs.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College administrators export verified placement reports for NAAC.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Business Model &amp; Operational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Sustainable, scalable, and built for national deployment across Indian universities.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[FEASIBILITY]  Working MVP Feasibility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100% functional codebase running live on Next.js &amp; Supabase.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Zero mock data: all listings, applicants, and metrics live in DB.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Clean build: 19 routes, 0 TypeScript errors, 2.7s compile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[SCALABILITY]  Enterprise Scalability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Cloud-native serverless architecture handles surges during campus drives.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Indexed PostgreSQL with RLS guarantees high-throughput security.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Lightweight CSS token system ensures high performance on 3G/4G.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[ACCESS]  Freemium Core for Students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Free for students to learn, take assessments, and apply.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Free for faculty to propose research and discover mentorship.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Democratic access for rural and Tier-2/Tier-3 colleges.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[REVENUE]  Monetization Streams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Institutional SaaS: Colleges pay for automated NAAC reporting.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Corporate ATS Subscription: Companies pay for premium job slots.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Sponsored Assessment: Custom hiring assessments for enterprises.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National Impact &amp; NEP 2020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Directly addressing government mandates for outcome-based higher education.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[POLICY IMPACT]  NEP 2020 Internship Mandate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NEP 2020 mandates industry internships for all undergraduate degrees.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SkillBridge provides the digital backbone to record verified internships.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Digital credit records ready for Academic Bank of Credits (ABC).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[INCLUSION]  Democratizing Tier-2/3 Access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Removes geographic boundaries between regional colleges and top MNCs.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Students are evaluated purely on verified assessment badges.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Brings high-paying tech and core engineering roles to all campuses.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[UPSKILLING]  Faculty Empowerment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Solves faculty stagnation through corporate training &amp; sponsored R&amp;D.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Enables academic consultancy for industry problems.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Fosters genuine academia-industry knowledge exchange.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[GOVERNANCE]  Accreditation Transparency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Replaces forged placement claims with verifiable database records.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Accreditation bodies (NAAC, NIRF) get tamper-proof placement audits.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Elevates institutional standards nationwide.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Roadmap &amp; Vision for National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From a working hackathon MVP to a nationwide digital public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[ACHIEVED]</a:t>
            </a:r>
            <a:br/>
            <a:r>
              <a:t>Phase 1: Working MVP (Now)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Complete 4-role portal architecture with live PostgreSQL.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Recruiter ATS Kanban, real-time analytics, skill taxonomy.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Zero mock data, strict anti-redundancy, production 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[NEXT 3 MONTHS]</a:t>
            </a:r>
            <a:br/>
            <a:r>
              <a:t>Phase 2: AI Intelligence (Q1)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Automated resume parsing with semantic vector embeddings.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Smart opportunity-to-candidate auto-recommendations.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In-platform WebRTC video calls for mentorship sessions.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[NEXT 6-12 MONTHS]</a:t>
            </a:r>
            <a:br/>
            <a:r>
              <a:t>Phase 3: National Scale (Q2-Q3)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Integration with DigiLocker and Academic Bank of Credits (ABC).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Multi-lingual interface supporting Indian regional languages.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AICTE integration for single-window national internship drives.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82880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[CALL TO ACTION]</a:t>
            </a:r>
            <a:br/>
            <a:r>
              <a:t>Summary Pitch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SkillBridge solves the critical industry-academia gap.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Ready to deploy immediately in partner institutions.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Thank you! Open for questions and jury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